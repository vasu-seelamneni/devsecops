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73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8288000" cy="10287000"/>
  <p:notesSz cx="6858000" cy="9144000"/>
  <p:embeddedFontLst>
    <p:embeddedFont>
      <p:font typeface="Chewy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88994" y="1017973"/>
            <a:ext cx="11426042" cy="8060553"/>
          </a:xfrm>
          <a:custGeom>
            <a:avLst/>
            <a:gdLst/>
            <a:ahLst/>
            <a:cxnLst/>
            <a:rect l="l" t="t" r="r" b="b"/>
            <a:pathLst>
              <a:path w="11426042" h="8060553">
                <a:moveTo>
                  <a:pt x="0" y="0"/>
                </a:moveTo>
                <a:lnTo>
                  <a:pt x="11426042" y="0"/>
                </a:lnTo>
                <a:lnTo>
                  <a:pt x="11426042" y="8060554"/>
                </a:lnTo>
                <a:lnTo>
                  <a:pt x="0" y="8060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54952" y="3346977"/>
            <a:ext cx="13778093" cy="405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115"/>
              </a:lnSpc>
            </a:pPr>
            <a:r>
              <a:rPr lang="en-US" sz="18432" dirty="0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DEVOPS- </a:t>
            </a:r>
            <a:r>
              <a:rPr lang="en-US" sz="18432" dirty="0">
                <a:solidFill>
                  <a:srgbClr val="F95C32"/>
                </a:solidFill>
                <a:latin typeface="Chewy"/>
                <a:ea typeface="Chewy"/>
                <a:cs typeface="Chewy"/>
                <a:sym typeface="Chewy"/>
              </a:rPr>
              <a:t>KICKOFF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175019" y="7394370"/>
            <a:ext cx="3937961" cy="1052680"/>
            <a:chOff x="0" y="0"/>
            <a:chExt cx="5250615" cy="140357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250615" cy="1403574"/>
              <a:chOff x="0" y="0"/>
              <a:chExt cx="325598" cy="87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25598" cy="87038"/>
              </a:xfrm>
              <a:custGeom>
                <a:avLst/>
                <a:gdLst/>
                <a:ahLst/>
                <a:cxnLst/>
                <a:rect l="l" t="t" r="r" b="b"/>
                <a:pathLst>
                  <a:path w="325598" h="87038">
                    <a:moveTo>
                      <a:pt x="43519" y="0"/>
                    </a:moveTo>
                    <a:lnTo>
                      <a:pt x="282080" y="0"/>
                    </a:lnTo>
                    <a:cubicBezTo>
                      <a:pt x="293621" y="0"/>
                      <a:pt x="304691" y="4585"/>
                      <a:pt x="312852" y="12746"/>
                    </a:cubicBezTo>
                    <a:cubicBezTo>
                      <a:pt x="321013" y="20908"/>
                      <a:pt x="325598" y="31977"/>
                      <a:pt x="325598" y="43519"/>
                    </a:cubicBezTo>
                    <a:lnTo>
                      <a:pt x="325598" y="43519"/>
                    </a:lnTo>
                    <a:cubicBezTo>
                      <a:pt x="325598" y="55061"/>
                      <a:pt x="321013" y="66130"/>
                      <a:pt x="312852" y="74291"/>
                    </a:cubicBezTo>
                    <a:cubicBezTo>
                      <a:pt x="304691" y="82453"/>
                      <a:pt x="293621" y="87038"/>
                      <a:pt x="282080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w="1143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325598" cy="1441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96989" y="149337"/>
              <a:ext cx="4256637" cy="1085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525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BHARATH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266384" y="5376187"/>
            <a:ext cx="4515049" cy="370234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64002" y="884943"/>
            <a:ext cx="3095298" cy="3821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4979" y="2497994"/>
            <a:ext cx="14366164" cy="6216631"/>
          </a:xfrm>
          <a:custGeom>
            <a:avLst/>
            <a:gdLst/>
            <a:ahLst/>
            <a:cxnLst/>
            <a:rect l="l" t="t" r="r" b="b"/>
            <a:pathLst>
              <a:path w="14366164" h="6216631">
                <a:moveTo>
                  <a:pt x="0" y="0"/>
                </a:moveTo>
                <a:lnTo>
                  <a:pt x="14366164" y="0"/>
                </a:lnTo>
                <a:lnTo>
                  <a:pt x="14366164" y="6216631"/>
                </a:lnTo>
                <a:lnTo>
                  <a:pt x="0" y="6216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035599" y="1685242"/>
            <a:ext cx="6216802" cy="1399769"/>
            <a:chOff x="0" y="0"/>
            <a:chExt cx="8289070" cy="186635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289070" cy="1866359"/>
              <a:chOff x="0" y="0"/>
              <a:chExt cx="386561" cy="87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86561" cy="87038"/>
              </a:xfrm>
              <a:custGeom>
                <a:avLst/>
                <a:gdLst/>
                <a:ahLst/>
                <a:cxnLst/>
                <a:rect l="l" t="t" r="r" b="b"/>
                <a:pathLst>
                  <a:path w="386561" h="87038">
                    <a:moveTo>
                      <a:pt x="43519" y="0"/>
                    </a:moveTo>
                    <a:lnTo>
                      <a:pt x="343042" y="0"/>
                    </a:lnTo>
                    <a:cubicBezTo>
                      <a:pt x="354584" y="0"/>
                      <a:pt x="365653" y="4585"/>
                      <a:pt x="373815" y="12746"/>
                    </a:cubicBezTo>
                    <a:cubicBezTo>
                      <a:pt x="381976" y="20908"/>
                      <a:pt x="386561" y="31977"/>
                      <a:pt x="386561" y="43519"/>
                    </a:cubicBezTo>
                    <a:lnTo>
                      <a:pt x="386561" y="43519"/>
                    </a:lnTo>
                    <a:cubicBezTo>
                      <a:pt x="386561" y="55061"/>
                      <a:pt x="381976" y="66130"/>
                      <a:pt x="373815" y="74291"/>
                    </a:cubicBezTo>
                    <a:cubicBezTo>
                      <a:pt x="365653" y="82453"/>
                      <a:pt x="354584" y="87038"/>
                      <a:pt x="343042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w="1143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86561" cy="1441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84589" y="214382"/>
              <a:ext cx="6719891" cy="1428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77"/>
                </a:lnSpc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ABOUT ME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53286" y="3452812"/>
            <a:ext cx="13336947" cy="388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41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👨‍💻 14+ YEARS OF INDUSTRY EXPERIENCE IN IT INFRASTRUCTURE</a:t>
            </a:r>
          </a:p>
          <a:p>
            <a:pPr algn="l">
              <a:lnSpc>
                <a:spcPts val="5087"/>
              </a:lnSpc>
            </a:pPr>
            <a:r>
              <a:rPr lang="en-US" sz="341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      &amp; CLOUD</a:t>
            </a:r>
          </a:p>
          <a:p>
            <a:pPr algn="l">
              <a:lnSpc>
                <a:spcPts val="5087"/>
              </a:lnSpc>
            </a:pPr>
            <a:r>
              <a:rPr lang="en-US" sz="341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🧑‍🏫 10+ YEARS OF TEACHING: VMWARE, AZURE,AWS CLOUD, AZURE DEVOPS</a:t>
            </a:r>
          </a:p>
          <a:p>
            <a:pPr algn="l">
              <a:lnSpc>
                <a:spcPts val="5087"/>
              </a:lnSpc>
            </a:pPr>
            <a:r>
              <a:rPr lang="en-US" sz="341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🎓 TRAINED OVER 2000+ STUDENTS GLOBALLY</a:t>
            </a:r>
          </a:p>
          <a:p>
            <a:pPr algn="l">
              <a:lnSpc>
                <a:spcPts val="5087"/>
              </a:lnSpc>
            </a:pPr>
            <a:r>
              <a:rPr lang="en-US" sz="341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💡 PASSIONATE ABOUT SIMPLIFYING COMPLEX TECH</a:t>
            </a:r>
          </a:p>
          <a:p>
            <a:pPr algn="l">
              <a:lnSpc>
                <a:spcPts val="5087"/>
              </a:lnSpc>
            </a:pPr>
            <a:endParaRPr lang="en-US" sz="3414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8732856" y="7426849"/>
            <a:ext cx="2385048" cy="585421"/>
          </a:xfrm>
          <a:custGeom>
            <a:avLst/>
            <a:gdLst/>
            <a:ahLst/>
            <a:cxnLst/>
            <a:rect l="l" t="t" r="r" b="b"/>
            <a:pathLst>
              <a:path w="2385048" h="585421">
                <a:moveTo>
                  <a:pt x="0" y="0"/>
                </a:moveTo>
                <a:lnTo>
                  <a:pt x="2385049" y="0"/>
                </a:lnTo>
                <a:lnTo>
                  <a:pt x="2385049" y="585421"/>
                </a:lnTo>
                <a:lnTo>
                  <a:pt x="0" y="585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117905" y="7319291"/>
            <a:ext cx="4572328" cy="73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/BHARATH-REDDY329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9705" y="1877381"/>
            <a:ext cx="9998782" cy="7380919"/>
          </a:xfrm>
          <a:custGeom>
            <a:avLst/>
            <a:gdLst/>
            <a:ahLst/>
            <a:cxnLst/>
            <a:rect l="l" t="t" r="r" b="b"/>
            <a:pathLst>
              <a:path w="9998782" h="7380919">
                <a:moveTo>
                  <a:pt x="0" y="0"/>
                </a:moveTo>
                <a:lnTo>
                  <a:pt x="9998782" y="0"/>
                </a:lnTo>
                <a:lnTo>
                  <a:pt x="9998782" y="7380919"/>
                </a:lnTo>
                <a:lnTo>
                  <a:pt x="0" y="73809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1051382">
            <a:off x="4128074" y="3365156"/>
            <a:ext cx="10436910" cy="489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99"/>
              </a:lnSpc>
            </a:pPr>
            <a:r>
              <a:rPr lang="en-US" sz="15000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WHAT THE HELL IS </a:t>
            </a:r>
            <a:r>
              <a:rPr lang="en-US" sz="15000">
                <a:solidFill>
                  <a:srgbClr val="5CE1E6"/>
                </a:solidFill>
                <a:latin typeface="Chewy"/>
                <a:ea typeface="Chewy"/>
                <a:cs typeface="Chewy"/>
                <a:sym typeface="Chewy"/>
              </a:rPr>
              <a:t>DEVOPS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268487" y="3285183"/>
            <a:ext cx="2990813" cy="360339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028700" y="3285183"/>
            <a:ext cx="2990813" cy="3603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984192" cy="9449875"/>
          </a:xfrm>
          <a:custGeom>
            <a:avLst/>
            <a:gdLst/>
            <a:ahLst/>
            <a:cxnLst/>
            <a:rect l="l" t="t" r="r" b="b"/>
            <a:pathLst>
              <a:path w="17984192" h="9449875">
                <a:moveTo>
                  <a:pt x="0" y="0"/>
                </a:moveTo>
                <a:lnTo>
                  <a:pt x="17984192" y="0"/>
                </a:lnTo>
                <a:lnTo>
                  <a:pt x="17984192" y="9449875"/>
                </a:lnTo>
                <a:lnTo>
                  <a:pt x="0" y="944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1207" y="884269"/>
            <a:ext cx="14561779" cy="7681338"/>
          </a:xfrm>
          <a:custGeom>
            <a:avLst/>
            <a:gdLst/>
            <a:ahLst/>
            <a:cxnLst/>
            <a:rect l="l" t="t" r="r" b="b"/>
            <a:pathLst>
              <a:path w="14561779" h="7681338">
                <a:moveTo>
                  <a:pt x="0" y="0"/>
                </a:moveTo>
                <a:lnTo>
                  <a:pt x="14561778" y="0"/>
                </a:lnTo>
                <a:lnTo>
                  <a:pt x="14561778" y="7681338"/>
                </a:lnTo>
                <a:lnTo>
                  <a:pt x="0" y="7681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3808" y="348960"/>
            <a:ext cx="16955492" cy="8909340"/>
          </a:xfrm>
          <a:custGeom>
            <a:avLst/>
            <a:gdLst/>
            <a:ahLst/>
            <a:cxnLst/>
            <a:rect l="l" t="t" r="r" b="b"/>
            <a:pathLst>
              <a:path w="16955492" h="8909340">
                <a:moveTo>
                  <a:pt x="0" y="0"/>
                </a:moveTo>
                <a:lnTo>
                  <a:pt x="16955492" y="0"/>
                </a:lnTo>
                <a:lnTo>
                  <a:pt x="16955492" y="8909340"/>
                </a:lnTo>
                <a:lnTo>
                  <a:pt x="0" y="8909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1427457">
            <a:off x="15754031" y="7424612"/>
            <a:ext cx="3010538" cy="332656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394380">
            <a:off x="15610991" y="238243"/>
            <a:ext cx="4097618" cy="192588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32508" y="1041255"/>
            <a:ext cx="16955492" cy="751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INTRODUCTION TO CLOUD COMPUTING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MICROSOFT AZURE and AWS FUNDAMENTALS &amp; ADMIN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LINUX and Shell scripting</a:t>
            </a:r>
            <a:endParaRPr lang="en-US" sz="3000" dirty="0">
              <a:solidFill>
                <a:srgbClr val="5271FF"/>
              </a:solidFill>
              <a:latin typeface="Chewy"/>
              <a:ea typeface="Chewy"/>
              <a:cs typeface="Chewy"/>
              <a:sym typeface="Chewy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AZURE CLI 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GIT AND GITHUB/AZURE REPOS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INTRODUCTION TO DEVOPS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AZURE DEVOPS/GITHUB ACTIONS/Jenkins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DOCKER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KUBERNETES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MAVEN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AZURE PIPELINES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TERRAFORM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271FF"/>
                </a:solidFill>
                <a:latin typeface="Chewy"/>
                <a:ea typeface="Chewy"/>
                <a:cs typeface="Chewy"/>
                <a:sym typeface="Chewy"/>
              </a:rPr>
              <a:t>AZURE MONITOR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latin typeface="Chewy"/>
                <a:ea typeface="Chewy"/>
                <a:cs typeface="Chewy"/>
                <a:sym typeface="Chewy"/>
              </a:rPr>
              <a:t>Observability with AIOps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7971" y="1425262"/>
            <a:ext cx="14907166" cy="7833038"/>
          </a:xfrm>
          <a:custGeom>
            <a:avLst/>
            <a:gdLst/>
            <a:ahLst/>
            <a:cxnLst/>
            <a:rect l="l" t="t" r="r" b="b"/>
            <a:pathLst>
              <a:path w="14907166" h="7833038">
                <a:moveTo>
                  <a:pt x="0" y="0"/>
                </a:moveTo>
                <a:lnTo>
                  <a:pt x="14907166" y="0"/>
                </a:lnTo>
                <a:lnTo>
                  <a:pt x="14907166" y="7833038"/>
                </a:lnTo>
                <a:lnTo>
                  <a:pt x="0" y="7833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1427457">
            <a:off x="15754031" y="7424612"/>
            <a:ext cx="3010538" cy="332656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394380">
            <a:off x="15610991" y="238243"/>
            <a:ext cx="4097618" cy="1925881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9144000" y="2365891"/>
            <a:ext cx="2996236" cy="1296553"/>
          </a:xfrm>
          <a:custGeom>
            <a:avLst/>
            <a:gdLst/>
            <a:ahLst/>
            <a:cxnLst/>
            <a:rect l="l" t="t" r="r" b="b"/>
            <a:pathLst>
              <a:path w="2996236" h="1296553">
                <a:moveTo>
                  <a:pt x="0" y="0"/>
                </a:moveTo>
                <a:lnTo>
                  <a:pt x="2996236" y="0"/>
                </a:lnTo>
                <a:lnTo>
                  <a:pt x="2996236" y="1296553"/>
                </a:lnTo>
                <a:lnTo>
                  <a:pt x="0" y="129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34793" y="3918758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8"/>
                </a:lnTo>
                <a:lnTo>
                  <a:pt x="0" y="1221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745459" y="5487309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7"/>
                </a:lnTo>
                <a:lnTo>
                  <a:pt x="0" y="1221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21058" y="7360660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7"/>
                </a:lnTo>
                <a:lnTo>
                  <a:pt x="0" y="1221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55709" y="7971274"/>
            <a:ext cx="2051690" cy="857980"/>
          </a:xfrm>
          <a:custGeom>
            <a:avLst/>
            <a:gdLst/>
            <a:ahLst/>
            <a:cxnLst/>
            <a:rect l="l" t="t" r="r" b="b"/>
            <a:pathLst>
              <a:path w="2051690" h="857980">
                <a:moveTo>
                  <a:pt x="0" y="0"/>
                </a:moveTo>
                <a:lnTo>
                  <a:pt x="2051690" y="0"/>
                </a:lnTo>
                <a:lnTo>
                  <a:pt x="2051690" y="857979"/>
                </a:lnTo>
                <a:lnTo>
                  <a:pt x="0" y="857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013309" y="3918758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8"/>
                </a:lnTo>
                <a:lnTo>
                  <a:pt x="0" y="1221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013309" y="5444786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7"/>
                </a:lnTo>
                <a:lnTo>
                  <a:pt x="0" y="1221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124371" y="7179036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7"/>
                </a:lnTo>
                <a:lnTo>
                  <a:pt x="0" y="1221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601866" y="2365891"/>
            <a:ext cx="2920326" cy="1221227"/>
          </a:xfrm>
          <a:custGeom>
            <a:avLst/>
            <a:gdLst/>
            <a:ahLst/>
            <a:cxnLst/>
            <a:rect l="l" t="t" r="r" b="b"/>
            <a:pathLst>
              <a:path w="2920326" h="1221227">
                <a:moveTo>
                  <a:pt x="0" y="0"/>
                </a:moveTo>
                <a:lnTo>
                  <a:pt x="2920326" y="0"/>
                </a:lnTo>
                <a:lnTo>
                  <a:pt x="2920326" y="1221228"/>
                </a:lnTo>
                <a:lnTo>
                  <a:pt x="0" y="1221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400279" y="199006"/>
            <a:ext cx="10762550" cy="9258300"/>
          </a:xfrm>
          <a:custGeom>
            <a:avLst/>
            <a:gdLst/>
            <a:ahLst/>
            <a:cxnLst/>
            <a:rect l="l" t="t" r="r" b="b"/>
            <a:pathLst>
              <a:path w="10762550" h="9258300">
                <a:moveTo>
                  <a:pt x="0" y="0"/>
                </a:moveTo>
                <a:lnTo>
                  <a:pt x="10762550" y="0"/>
                </a:lnTo>
                <a:lnTo>
                  <a:pt x="107625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5128" y="1425262"/>
            <a:ext cx="14907166" cy="7833038"/>
          </a:xfrm>
          <a:custGeom>
            <a:avLst/>
            <a:gdLst/>
            <a:ahLst/>
            <a:cxnLst/>
            <a:rect l="l" t="t" r="r" b="b"/>
            <a:pathLst>
              <a:path w="14907166" h="7833038">
                <a:moveTo>
                  <a:pt x="0" y="0"/>
                </a:moveTo>
                <a:lnTo>
                  <a:pt x="14907166" y="0"/>
                </a:lnTo>
                <a:lnTo>
                  <a:pt x="14907166" y="7833038"/>
                </a:lnTo>
                <a:lnTo>
                  <a:pt x="0" y="7833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1427457">
            <a:off x="15754031" y="7424612"/>
            <a:ext cx="3010538" cy="332656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3394380">
            <a:off x="15610991" y="238243"/>
            <a:ext cx="4097618" cy="1925881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4524810" y="1425262"/>
            <a:ext cx="8456507" cy="7624719"/>
          </a:xfrm>
          <a:custGeom>
            <a:avLst/>
            <a:gdLst/>
            <a:ahLst/>
            <a:cxnLst/>
            <a:rect l="l" t="t" r="r" b="b"/>
            <a:pathLst>
              <a:path w="8456507" h="7624719">
                <a:moveTo>
                  <a:pt x="0" y="0"/>
                </a:moveTo>
                <a:lnTo>
                  <a:pt x="8456506" y="0"/>
                </a:lnTo>
                <a:lnTo>
                  <a:pt x="8456506" y="7624719"/>
                </a:lnTo>
                <a:lnTo>
                  <a:pt x="0" y="7624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B188-0063-9C6B-8D5F-ED2AC05A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AE2D9DC-0A7C-5DCD-9804-73E5920F349F}"/>
              </a:ext>
            </a:extLst>
          </p:cNvPr>
          <p:cNvSpPr/>
          <p:nvPr/>
        </p:nvSpPr>
        <p:spPr>
          <a:xfrm>
            <a:off x="0" y="-190500"/>
            <a:ext cx="18821400" cy="10668000"/>
          </a:xfrm>
          <a:custGeom>
            <a:avLst/>
            <a:gdLst/>
            <a:ahLst/>
            <a:cxnLst/>
            <a:rect l="l" t="t" r="r" b="b"/>
            <a:pathLst>
              <a:path w="14907166" h="7833038">
                <a:moveTo>
                  <a:pt x="0" y="0"/>
                </a:moveTo>
                <a:lnTo>
                  <a:pt x="14907166" y="0"/>
                </a:lnTo>
                <a:lnTo>
                  <a:pt x="14907166" y="7833038"/>
                </a:lnTo>
                <a:lnTo>
                  <a:pt x="0" y="7833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384824F-5244-43D5-BB8A-DF70E4539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427457">
            <a:off x="15754031" y="7424612"/>
            <a:ext cx="3010538" cy="3326562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62485FB-F5BB-4AFD-5CA4-0EEB44946D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3394380">
            <a:off x="15610991" y="238243"/>
            <a:ext cx="4097618" cy="1925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5ECD05-3EEE-FDAC-A669-FE486A1AF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77" y="3088635"/>
            <a:ext cx="17747443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543892-1D91-B008-8C9C-3D53AA70FDB9}"/>
              </a:ext>
            </a:extLst>
          </p:cNvPr>
          <p:cNvSpPr txBox="1"/>
          <p:nvPr/>
        </p:nvSpPr>
        <p:spPr>
          <a:xfrm>
            <a:off x="5606525" y="1114336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AWS Certification Path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21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5151908" y="2196610"/>
            <a:ext cx="7984184" cy="5893780"/>
          </a:xfrm>
          <a:custGeom>
            <a:avLst/>
            <a:gdLst/>
            <a:ahLst/>
            <a:cxnLst/>
            <a:rect l="l" t="t" r="r" b="b"/>
            <a:pathLst>
              <a:path w="7984184" h="5893780">
                <a:moveTo>
                  <a:pt x="7984184" y="0"/>
                </a:moveTo>
                <a:lnTo>
                  <a:pt x="0" y="0"/>
                </a:lnTo>
                <a:lnTo>
                  <a:pt x="0" y="5893780"/>
                </a:lnTo>
                <a:lnTo>
                  <a:pt x="7984184" y="5893780"/>
                </a:lnTo>
                <a:lnTo>
                  <a:pt x="79841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25545" y="4062627"/>
            <a:ext cx="10436910" cy="153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59"/>
              </a:lnSpc>
            </a:pPr>
            <a:r>
              <a:rPr lang="en-US" sz="12999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DURATION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901553" y="5617741"/>
            <a:ext cx="4484893" cy="1532254"/>
            <a:chOff x="0" y="0"/>
            <a:chExt cx="3831714" cy="230377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831714" cy="1403574"/>
              <a:chOff x="0" y="0"/>
              <a:chExt cx="237610" cy="87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7610" cy="87038"/>
              </a:xfrm>
              <a:custGeom>
                <a:avLst/>
                <a:gdLst/>
                <a:ahLst/>
                <a:cxnLst/>
                <a:rect l="l" t="t" r="r" b="b"/>
                <a:pathLst>
                  <a:path w="237610" h="87038">
                    <a:moveTo>
                      <a:pt x="43519" y="0"/>
                    </a:moveTo>
                    <a:lnTo>
                      <a:pt x="194091" y="0"/>
                    </a:lnTo>
                    <a:cubicBezTo>
                      <a:pt x="205633" y="0"/>
                      <a:pt x="216703" y="4585"/>
                      <a:pt x="224864" y="12746"/>
                    </a:cubicBezTo>
                    <a:cubicBezTo>
                      <a:pt x="233025" y="20908"/>
                      <a:pt x="237610" y="31977"/>
                      <a:pt x="237610" y="43519"/>
                    </a:cubicBezTo>
                    <a:lnTo>
                      <a:pt x="237610" y="43519"/>
                    </a:lnTo>
                    <a:cubicBezTo>
                      <a:pt x="237610" y="55061"/>
                      <a:pt x="233025" y="66130"/>
                      <a:pt x="224864" y="74291"/>
                    </a:cubicBezTo>
                    <a:cubicBezTo>
                      <a:pt x="216703" y="82453"/>
                      <a:pt x="205633" y="87038"/>
                      <a:pt x="194091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w="1143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237610" cy="1441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2685" y="149337"/>
              <a:ext cx="3106343" cy="21544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5250" dirty="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 100 Sessions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18902" y="2533048"/>
            <a:ext cx="2898269" cy="439131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267107" y="2533048"/>
            <a:ext cx="2898269" cy="4391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28700"/>
            <a:ext cx="17939745" cy="7763017"/>
          </a:xfrm>
          <a:custGeom>
            <a:avLst/>
            <a:gdLst/>
            <a:ahLst/>
            <a:cxnLst/>
            <a:rect l="l" t="t" r="r" b="b"/>
            <a:pathLst>
              <a:path w="17939745" h="7763017">
                <a:moveTo>
                  <a:pt x="0" y="0"/>
                </a:moveTo>
                <a:lnTo>
                  <a:pt x="17939745" y="0"/>
                </a:lnTo>
                <a:lnTo>
                  <a:pt x="17939745" y="7763017"/>
                </a:lnTo>
                <a:lnTo>
                  <a:pt x="0" y="7763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93160" y="2271783"/>
            <a:ext cx="15953424" cy="466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DURATION: 5 Months</a:t>
            </a:r>
          </a:p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REAL-LIFE SCENARIOS: YOU WILL SIMULATE ACTUAL PROJECT WORKFLOWS</a:t>
            </a:r>
          </a:p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RESUME REVIEW + LINKEDIN PROFILE TIPS</a:t>
            </a:r>
          </a:p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INTERVIEW PREPARATION</a:t>
            </a:r>
          </a:p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CAREER GUIDANCE</a:t>
            </a:r>
          </a:p>
          <a:p>
            <a:pPr marL="941448" lvl="1" indent="-470724" algn="l">
              <a:lnSpc>
                <a:spcPts val="5232"/>
              </a:lnSpc>
              <a:buFont typeface="Arial"/>
              <a:buChar char="•"/>
            </a:pPr>
            <a:r>
              <a:rPr lang="en-US" sz="4360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1:1 INTERACTION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5151908" y="2196610"/>
            <a:ext cx="7984184" cy="5893780"/>
          </a:xfrm>
          <a:custGeom>
            <a:avLst/>
            <a:gdLst/>
            <a:ahLst/>
            <a:cxnLst/>
            <a:rect l="l" t="t" r="r" b="b"/>
            <a:pathLst>
              <a:path w="7984184" h="5893780">
                <a:moveTo>
                  <a:pt x="7984184" y="0"/>
                </a:moveTo>
                <a:lnTo>
                  <a:pt x="0" y="0"/>
                </a:lnTo>
                <a:lnTo>
                  <a:pt x="0" y="5893780"/>
                </a:lnTo>
                <a:lnTo>
                  <a:pt x="7984184" y="5893780"/>
                </a:lnTo>
                <a:lnTo>
                  <a:pt x="79841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1218242">
            <a:off x="2675859" y="4334331"/>
            <a:ext cx="13091625" cy="153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59"/>
              </a:lnSpc>
            </a:pPr>
            <a:r>
              <a:rPr lang="en-US" sz="12999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WHO CAN LEARN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18902" y="2533048"/>
            <a:ext cx="2898269" cy="439131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267107" y="2533048"/>
            <a:ext cx="2898269" cy="4391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6206" y="1327800"/>
            <a:ext cx="17635587" cy="7631400"/>
          </a:xfrm>
          <a:custGeom>
            <a:avLst/>
            <a:gdLst/>
            <a:ahLst/>
            <a:cxnLst/>
            <a:rect l="l" t="t" r="r" b="b"/>
            <a:pathLst>
              <a:path w="17635587" h="7631400">
                <a:moveTo>
                  <a:pt x="0" y="0"/>
                </a:moveTo>
                <a:lnTo>
                  <a:pt x="17635588" y="0"/>
                </a:lnTo>
                <a:lnTo>
                  <a:pt x="17635588" y="7631400"/>
                </a:lnTo>
                <a:lnTo>
                  <a:pt x="0" y="7631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612535"/>
            <a:ext cx="15938154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👶 FRESHERS: START STRONG IN A FUTURE-PROOF IT PATH</a:t>
            </a:r>
          </a:p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👨‍💼 </a:t>
            </a:r>
            <a:r>
              <a:rPr lang="en-US" sz="4500">
                <a:solidFill>
                  <a:srgbClr val="A7D91E"/>
                </a:solidFill>
                <a:latin typeface="Chewy"/>
                <a:ea typeface="Chewy"/>
                <a:cs typeface="Chewy"/>
                <a:sym typeface="Chewy"/>
              </a:rPr>
              <a:t>EXPERIENCED PROFESSIONALS: UPGRADE OR SWITCH TO DEVOPS ROLES</a:t>
            </a:r>
          </a:p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👩‍👦 CAREER BREAK? RE-ENTER IT WITH A STRONG, MODERN SKILLSET</a:t>
            </a:r>
          </a:p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🎯</a:t>
            </a:r>
            <a:r>
              <a:rPr lang="en-US" sz="4500">
                <a:solidFill>
                  <a:srgbClr val="A7D91E"/>
                </a:solidFill>
                <a:latin typeface="Chewy"/>
                <a:ea typeface="Chewy"/>
                <a:cs typeface="Chewy"/>
                <a:sym typeface="Chewy"/>
              </a:rPr>
              <a:t> IDEAL FOR SYSTEM ADMINS, DEVELOPERS, TESTERS, SUPPORT ENGINEERS, OR CLOUD LEARNERS</a:t>
            </a:r>
          </a:p>
          <a:p>
            <a:pPr algn="l">
              <a:lnSpc>
                <a:spcPts val="5400"/>
              </a:lnSpc>
            </a:pPr>
            <a:endParaRPr lang="en-US" sz="4500">
              <a:solidFill>
                <a:srgbClr val="A7D91E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5151908" y="2196610"/>
            <a:ext cx="7984184" cy="5893780"/>
          </a:xfrm>
          <a:custGeom>
            <a:avLst/>
            <a:gdLst/>
            <a:ahLst/>
            <a:cxnLst/>
            <a:rect l="l" t="t" r="r" b="b"/>
            <a:pathLst>
              <a:path w="7984184" h="5893780">
                <a:moveTo>
                  <a:pt x="7984184" y="0"/>
                </a:moveTo>
                <a:lnTo>
                  <a:pt x="0" y="0"/>
                </a:lnTo>
                <a:lnTo>
                  <a:pt x="0" y="5893780"/>
                </a:lnTo>
                <a:lnTo>
                  <a:pt x="7984184" y="5893780"/>
                </a:lnTo>
                <a:lnTo>
                  <a:pt x="79841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1218242">
            <a:off x="2675859" y="4334331"/>
            <a:ext cx="13091625" cy="153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59"/>
              </a:lnSpc>
            </a:pPr>
            <a:r>
              <a:rPr lang="en-US" sz="12999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WHAT IS DIFFERENT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18902" y="2533048"/>
            <a:ext cx="2898269" cy="439131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267107" y="2533048"/>
            <a:ext cx="2898269" cy="43913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6206" y="1327800"/>
            <a:ext cx="17635587" cy="7631400"/>
          </a:xfrm>
          <a:custGeom>
            <a:avLst/>
            <a:gdLst/>
            <a:ahLst/>
            <a:cxnLst/>
            <a:rect l="l" t="t" r="r" b="b"/>
            <a:pathLst>
              <a:path w="17635587" h="7631400">
                <a:moveTo>
                  <a:pt x="0" y="0"/>
                </a:moveTo>
                <a:lnTo>
                  <a:pt x="17635588" y="0"/>
                </a:lnTo>
                <a:lnTo>
                  <a:pt x="17635588" y="7631400"/>
                </a:lnTo>
                <a:lnTo>
                  <a:pt x="0" y="7631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326785"/>
            <a:ext cx="15938154" cy="505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84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🔥 NARRATION WITH REAL LIFE EXAMPLES</a:t>
            </a:r>
          </a:p>
          <a:p>
            <a:pPr marL="971550" lvl="1" indent="-485775" algn="l">
              <a:lnSpc>
                <a:spcPts val="84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🧠PRACTICAL-FIRST APPROACH, NOT JUST THEORY</a:t>
            </a:r>
          </a:p>
          <a:p>
            <a:pPr marL="971550" lvl="1" indent="-485775" algn="l">
              <a:lnSpc>
                <a:spcPts val="84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🎥 CLASS RECORDINGS, NOTES, DOUBT SESSIONS</a:t>
            </a:r>
          </a:p>
          <a:p>
            <a:pPr marL="971550" lvl="1" indent="-485775" algn="l">
              <a:lnSpc>
                <a:spcPts val="846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✅ REGULAR UPDATES BASED ON LIVE INDUSTRY TRENDS</a:t>
            </a:r>
          </a:p>
          <a:p>
            <a:pPr algn="l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6948" y="-7100703"/>
            <a:ext cx="24941896" cy="24488407"/>
          </a:xfrm>
          <a:custGeom>
            <a:avLst/>
            <a:gdLst/>
            <a:ahLst/>
            <a:cxnLst/>
            <a:rect l="l" t="t" r="r" b="b"/>
            <a:pathLst>
              <a:path w="24941896" h="24488407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5151908" y="2196610"/>
            <a:ext cx="7984184" cy="5893780"/>
          </a:xfrm>
          <a:custGeom>
            <a:avLst/>
            <a:gdLst/>
            <a:ahLst/>
            <a:cxnLst/>
            <a:rect l="l" t="t" r="r" b="b"/>
            <a:pathLst>
              <a:path w="7984184" h="5893780">
                <a:moveTo>
                  <a:pt x="7984184" y="0"/>
                </a:moveTo>
                <a:lnTo>
                  <a:pt x="0" y="0"/>
                </a:lnTo>
                <a:lnTo>
                  <a:pt x="0" y="5893780"/>
                </a:lnTo>
                <a:lnTo>
                  <a:pt x="7984184" y="5893780"/>
                </a:lnTo>
                <a:lnTo>
                  <a:pt x="79841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1218242">
            <a:off x="2675859" y="4334331"/>
            <a:ext cx="13091625" cy="153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59"/>
              </a:lnSpc>
            </a:pPr>
            <a:r>
              <a:rPr lang="en-US" sz="12999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ANY DOUBTS!!!!!!!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18902" y="2533048"/>
            <a:ext cx="2898269" cy="439131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267107" y="2533048"/>
            <a:ext cx="2898269" cy="4391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4754</TotalTime>
  <Words>216</Words>
  <Application>Microsoft Office PowerPoint</Application>
  <PresentationFormat>Custom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Chewy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 - Kickoff</dc:title>
  <dc:creator>Bharath Reddy</dc:creator>
  <cp:lastModifiedBy>Bharath Reddy</cp:lastModifiedBy>
  <cp:revision>6</cp:revision>
  <dcterms:created xsi:type="dcterms:W3CDTF">2006-08-16T00:00:00Z</dcterms:created>
  <dcterms:modified xsi:type="dcterms:W3CDTF">2026-05-31T23:42:30Z</dcterms:modified>
  <dc:identifier>DAGoqhqCQ1M</dc:identifier>
</cp:coreProperties>
</file>