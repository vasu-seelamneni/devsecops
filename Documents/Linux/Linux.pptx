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League Spartan"/>
      <p:regular r:id="rId13"/>
      <p:bold r:id="rId14"/>
    </p:embeddedFont>
    <p:embeddedFont>
      <p:font typeface="Chewy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j9zNuo1E7Tx6Aroc7r8xuZXPfn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LeagueSpartan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hewy-regular.fntdata"/><Relationship Id="rId14" Type="http://schemas.openxmlformats.org/officeDocument/2006/relationships/font" Target="fonts/LeagueSpartan-bold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 flipH="1">
            <a:off x="4558952" y="2196610"/>
            <a:ext cx="7984184" cy="5893780"/>
          </a:xfrm>
          <a:custGeom>
            <a:rect b="b" l="l" r="r" t="t"/>
            <a:pathLst>
              <a:path extrusionOk="0" h="5893780" w="7984184">
                <a:moveTo>
                  <a:pt x="7984185" y="0"/>
                </a:moveTo>
                <a:lnTo>
                  <a:pt x="0" y="0"/>
                </a:lnTo>
                <a:lnTo>
                  <a:pt x="0" y="5893780"/>
                </a:lnTo>
                <a:lnTo>
                  <a:pt x="7984185" y="5893780"/>
                </a:lnTo>
                <a:lnTo>
                  <a:pt x="798418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 rot="-1218242">
            <a:off x="2293426" y="3901037"/>
            <a:ext cx="12186214" cy="15956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416">
                <a:solidFill>
                  <a:srgbClr val="FFBB24"/>
                </a:solidFill>
                <a:latin typeface="Chewy"/>
                <a:ea typeface="Chewy"/>
                <a:cs typeface="Chewy"/>
                <a:sym typeface="Chewy"/>
              </a:rPr>
              <a:t>LINUX</a:t>
            </a:r>
            <a:endParaRPr/>
          </a:p>
        </p:txBody>
      </p:sp>
      <p:pic>
        <p:nvPicPr>
          <p:cNvPr id="87" name="Google Shape;8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18902" y="2533048"/>
            <a:ext cx="2898269" cy="4391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>
            <a:off x="1267107" y="2533048"/>
            <a:ext cx="2898269" cy="4391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345717" y="1922175"/>
            <a:ext cx="17942283" cy="7764115"/>
          </a:xfrm>
          <a:custGeom>
            <a:rect b="b" l="l" r="r" t="t"/>
            <a:pathLst>
              <a:path extrusionOk="0" h="7764115" w="17942283">
                <a:moveTo>
                  <a:pt x="0" y="0"/>
                </a:moveTo>
                <a:lnTo>
                  <a:pt x="17942283" y="0"/>
                </a:lnTo>
                <a:lnTo>
                  <a:pt x="17942283" y="7764115"/>
                </a:lnTo>
                <a:lnTo>
                  <a:pt x="0" y="77641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2"/>
          <p:cNvGrpSpPr/>
          <p:nvPr/>
        </p:nvGrpSpPr>
        <p:grpSpPr>
          <a:xfrm>
            <a:off x="3568646" y="303188"/>
            <a:ext cx="11553805" cy="2318871"/>
            <a:chOff x="0" y="-1225470"/>
            <a:chExt cx="15405073" cy="3091829"/>
          </a:xfrm>
        </p:grpSpPr>
        <p:grpSp>
          <p:nvGrpSpPr>
            <p:cNvPr id="96" name="Google Shape;96;p2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97" name="Google Shape;97;p2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2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" name="Google Shape;99;p2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LINUX KERNEL</a:t>
              </a:r>
              <a:endParaRPr/>
            </a:p>
          </p:txBody>
        </p:sp>
      </p:grpSp>
      <p:sp>
        <p:nvSpPr>
          <p:cNvPr id="100" name="Google Shape;100;p2"/>
          <p:cNvSpPr/>
          <p:nvPr/>
        </p:nvSpPr>
        <p:spPr>
          <a:xfrm>
            <a:off x="9345548" y="2622060"/>
            <a:ext cx="7632392" cy="6039130"/>
          </a:xfrm>
          <a:custGeom>
            <a:rect b="b" l="l" r="r" t="t"/>
            <a:pathLst>
              <a:path extrusionOk="0" h="6039130" w="7632392">
                <a:moveTo>
                  <a:pt x="0" y="0"/>
                </a:moveTo>
                <a:lnTo>
                  <a:pt x="7632392" y="0"/>
                </a:lnTo>
                <a:lnTo>
                  <a:pt x="7632392" y="6039130"/>
                </a:lnTo>
                <a:lnTo>
                  <a:pt x="0" y="60391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" name="Google Shape;101;p2"/>
          <p:cNvGrpSpPr/>
          <p:nvPr/>
        </p:nvGrpSpPr>
        <p:grpSpPr>
          <a:xfrm>
            <a:off x="1497287" y="2633823"/>
            <a:ext cx="6649476" cy="1352103"/>
            <a:chOff x="0" y="-57150"/>
            <a:chExt cx="1751302" cy="356109"/>
          </a:xfrm>
        </p:grpSpPr>
        <p:sp>
          <p:nvSpPr>
            <p:cNvPr id="102" name="Google Shape;102;p2"/>
            <p:cNvSpPr/>
            <p:nvPr/>
          </p:nvSpPr>
          <p:spPr>
            <a:xfrm>
              <a:off x="0" y="0"/>
              <a:ext cx="1751302" cy="298959"/>
            </a:xfrm>
            <a:custGeom>
              <a:rect b="b" l="l" r="r" t="t"/>
              <a:pathLst>
                <a:path extrusionOk="0" h="298959" w="1751302">
                  <a:moveTo>
                    <a:pt x="59379" y="0"/>
                  </a:moveTo>
                  <a:lnTo>
                    <a:pt x="1691924" y="0"/>
                  </a:lnTo>
                  <a:cubicBezTo>
                    <a:pt x="1724718" y="0"/>
                    <a:pt x="1751302" y="26585"/>
                    <a:pt x="1751302" y="59379"/>
                  </a:cubicBezTo>
                  <a:lnTo>
                    <a:pt x="1751302" y="239581"/>
                  </a:lnTo>
                  <a:cubicBezTo>
                    <a:pt x="1751302" y="272375"/>
                    <a:pt x="1724718" y="298959"/>
                    <a:pt x="1691924" y="298959"/>
                  </a:cubicBezTo>
                  <a:lnTo>
                    <a:pt x="59379" y="298959"/>
                  </a:lnTo>
                  <a:cubicBezTo>
                    <a:pt x="26585" y="298959"/>
                    <a:pt x="0" y="272375"/>
                    <a:pt x="0" y="239581"/>
                  </a:cubicBezTo>
                  <a:lnTo>
                    <a:pt x="0" y="59379"/>
                  </a:lnTo>
                  <a:cubicBezTo>
                    <a:pt x="0" y="26585"/>
                    <a:pt x="26585" y="0"/>
                    <a:pt x="59379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5CE1E6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0" y="-57150"/>
              <a:ext cx="1751302" cy="356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Memory Management</a:t>
              </a:r>
              <a:endParaRPr/>
            </a:p>
          </p:txBody>
        </p:sp>
      </p:grpSp>
      <p:grpSp>
        <p:nvGrpSpPr>
          <p:cNvPr id="104" name="Google Shape;104;p2"/>
          <p:cNvGrpSpPr/>
          <p:nvPr/>
        </p:nvGrpSpPr>
        <p:grpSpPr>
          <a:xfrm>
            <a:off x="1497287" y="4121359"/>
            <a:ext cx="6649476" cy="1352103"/>
            <a:chOff x="0" y="-57150"/>
            <a:chExt cx="1751302" cy="356109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751302" cy="298959"/>
            </a:xfrm>
            <a:custGeom>
              <a:rect b="b" l="l" r="r" t="t"/>
              <a:pathLst>
                <a:path extrusionOk="0" h="298959" w="1751302">
                  <a:moveTo>
                    <a:pt x="59379" y="0"/>
                  </a:moveTo>
                  <a:lnTo>
                    <a:pt x="1691924" y="0"/>
                  </a:lnTo>
                  <a:cubicBezTo>
                    <a:pt x="1724718" y="0"/>
                    <a:pt x="1751302" y="26585"/>
                    <a:pt x="1751302" y="59379"/>
                  </a:cubicBezTo>
                  <a:lnTo>
                    <a:pt x="1751302" y="239581"/>
                  </a:lnTo>
                  <a:cubicBezTo>
                    <a:pt x="1751302" y="272375"/>
                    <a:pt x="1724718" y="298959"/>
                    <a:pt x="1691924" y="298959"/>
                  </a:cubicBezTo>
                  <a:lnTo>
                    <a:pt x="59379" y="298959"/>
                  </a:lnTo>
                  <a:cubicBezTo>
                    <a:pt x="26585" y="298959"/>
                    <a:pt x="0" y="272375"/>
                    <a:pt x="0" y="239581"/>
                  </a:cubicBezTo>
                  <a:lnTo>
                    <a:pt x="0" y="59379"/>
                  </a:lnTo>
                  <a:cubicBezTo>
                    <a:pt x="0" y="26585"/>
                    <a:pt x="26585" y="0"/>
                    <a:pt x="59379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5CE1E6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57150"/>
              <a:ext cx="1751302" cy="356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 Management</a:t>
              </a: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497287" y="5611540"/>
            <a:ext cx="6649476" cy="1352103"/>
            <a:chOff x="0" y="-57150"/>
            <a:chExt cx="1751302" cy="356109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751302" cy="298959"/>
            </a:xfrm>
            <a:custGeom>
              <a:rect b="b" l="l" r="r" t="t"/>
              <a:pathLst>
                <a:path extrusionOk="0" h="298959" w="1751302">
                  <a:moveTo>
                    <a:pt x="59379" y="0"/>
                  </a:moveTo>
                  <a:lnTo>
                    <a:pt x="1691924" y="0"/>
                  </a:lnTo>
                  <a:cubicBezTo>
                    <a:pt x="1724718" y="0"/>
                    <a:pt x="1751302" y="26585"/>
                    <a:pt x="1751302" y="59379"/>
                  </a:cubicBezTo>
                  <a:lnTo>
                    <a:pt x="1751302" y="239581"/>
                  </a:lnTo>
                  <a:cubicBezTo>
                    <a:pt x="1751302" y="272375"/>
                    <a:pt x="1724718" y="298959"/>
                    <a:pt x="1691924" y="298959"/>
                  </a:cubicBezTo>
                  <a:lnTo>
                    <a:pt x="59379" y="298959"/>
                  </a:lnTo>
                  <a:cubicBezTo>
                    <a:pt x="26585" y="298959"/>
                    <a:pt x="0" y="272375"/>
                    <a:pt x="0" y="239581"/>
                  </a:cubicBezTo>
                  <a:lnTo>
                    <a:pt x="0" y="59379"/>
                  </a:lnTo>
                  <a:cubicBezTo>
                    <a:pt x="0" y="26585"/>
                    <a:pt x="26585" y="0"/>
                    <a:pt x="59379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5CE1E6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 txBox="1"/>
            <p:nvPr/>
          </p:nvSpPr>
          <p:spPr>
            <a:xfrm>
              <a:off x="0" y="-57150"/>
              <a:ext cx="1751302" cy="356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Drivers</a:t>
              </a:r>
              <a:endParaRPr/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497287" y="7101722"/>
            <a:ext cx="6649476" cy="1352103"/>
            <a:chOff x="0" y="-57150"/>
            <a:chExt cx="1751302" cy="356109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751302" cy="298959"/>
            </a:xfrm>
            <a:custGeom>
              <a:rect b="b" l="l" r="r" t="t"/>
              <a:pathLst>
                <a:path extrusionOk="0" h="298959" w="1751302">
                  <a:moveTo>
                    <a:pt x="59379" y="0"/>
                  </a:moveTo>
                  <a:lnTo>
                    <a:pt x="1691924" y="0"/>
                  </a:lnTo>
                  <a:cubicBezTo>
                    <a:pt x="1724718" y="0"/>
                    <a:pt x="1751302" y="26585"/>
                    <a:pt x="1751302" y="59379"/>
                  </a:cubicBezTo>
                  <a:lnTo>
                    <a:pt x="1751302" y="239581"/>
                  </a:lnTo>
                  <a:cubicBezTo>
                    <a:pt x="1751302" y="272375"/>
                    <a:pt x="1724718" y="298959"/>
                    <a:pt x="1691924" y="298959"/>
                  </a:cubicBezTo>
                  <a:lnTo>
                    <a:pt x="59379" y="298959"/>
                  </a:lnTo>
                  <a:cubicBezTo>
                    <a:pt x="26585" y="298959"/>
                    <a:pt x="0" y="272375"/>
                    <a:pt x="0" y="239581"/>
                  </a:cubicBezTo>
                  <a:lnTo>
                    <a:pt x="0" y="59379"/>
                  </a:lnTo>
                  <a:cubicBezTo>
                    <a:pt x="0" y="26585"/>
                    <a:pt x="26585" y="0"/>
                    <a:pt x="59379" y="0"/>
                  </a:cubicBezTo>
                  <a:close/>
                </a:path>
              </a:pathLst>
            </a:custGeom>
            <a:gradFill>
              <a:gsLst>
                <a:gs pos="0">
                  <a:srgbClr val="8C52FF"/>
                </a:gs>
                <a:gs pos="100000">
                  <a:srgbClr val="5CE1E6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57150"/>
              <a:ext cx="1751302" cy="3561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8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Processes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345717" y="1728688"/>
            <a:ext cx="17942283" cy="7764115"/>
          </a:xfrm>
          <a:custGeom>
            <a:rect b="b" l="l" r="r" t="t"/>
            <a:pathLst>
              <a:path extrusionOk="0" h="7764115" w="17942283">
                <a:moveTo>
                  <a:pt x="0" y="0"/>
                </a:moveTo>
                <a:lnTo>
                  <a:pt x="17942283" y="0"/>
                </a:lnTo>
                <a:lnTo>
                  <a:pt x="17942283" y="7764116"/>
                </a:lnTo>
                <a:lnTo>
                  <a:pt x="0" y="77641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3568646" y="303188"/>
            <a:ext cx="11553805" cy="2318871"/>
            <a:chOff x="0" y="-1225470"/>
            <a:chExt cx="15405073" cy="3091829"/>
          </a:xfrm>
        </p:grpSpPr>
        <p:grpSp>
          <p:nvGrpSpPr>
            <p:cNvPr id="120" name="Google Shape;120;p3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121" name="Google Shape;121;p3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3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" name="Google Shape;123;p3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LINUX VERSIONS</a:t>
              </a:r>
              <a:endParaRPr/>
            </a:p>
          </p:txBody>
        </p:sp>
      </p:grpSp>
      <p:sp>
        <p:nvSpPr>
          <p:cNvPr id="124" name="Google Shape;124;p3"/>
          <p:cNvSpPr/>
          <p:nvPr/>
        </p:nvSpPr>
        <p:spPr>
          <a:xfrm>
            <a:off x="5128525" y="2826827"/>
            <a:ext cx="8434046" cy="6024319"/>
          </a:xfrm>
          <a:custGeom>
            <a:rect b="b" l="l" r="r" t="t"/>
            <a:pathLst>
              <a:path extrusionOk="0" h="6024319" w="8434046">
                <a:moveTo>
                  <a:pt x="0" y="0"/>
                </a:moveTo>
                <a:lnTo>
                  <a:pt x="8434047" y="0"/>
                </a:lnTo>
                <a:lnTo>
                  <a:pt x="8434047" y="6024318"/>
                </a:lnTo>
                <a:lnTo>
                  <a:pt x="0" y="60243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-96743" y="1399769"/>
            <a:ext cx="18288000" cy="7913716"/>
          </a:xfrm>
          <a:custGeom>
            <a:rect b="b" l="l" r="r" t="t"/>
            <a:pathLst>
              <a:path extrusionOk="0" h="7913716" w="18288000">
                <a:moveTo>
                  <a:pt x="0" y="0"/>
                </a:moveTo>
                <a:lnTo>
                  <a:pt x="18288000" y="0"/>
                </a:lnTo>
                <a:lnTo>
                  <a:pt x="18288000" y="7913717"/>
                </a:lnTo>
                <a:lnTo>
                  <a:pt x="0" y="7913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556080" y="-322519"/>
            <a:ext cx="11553805" cy="2318871"/>
            <a:chOff x="0" y="-1225470"/>
            <a:chExt cx="15405073" cy="3091829"/>
          </a:xfrm>
        </p:grpSpPr>
        <p:grpSp>
          <p:nvGrpSpPr>
            <p:cNvPr id="132" name="Google Shape;132;p4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133" name="Google Shape;133;p4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4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" name="Google Shape;135;p4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LINUX DIRECTORIES</a:t>
              </a:r>
              <a:endParaRPr/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1156550" y="2478009"/>
            <a:ext cx="15781414" cy="6077668"/>
          </a:xfrm>
          <a:custGeom>
            <a:rect b="b" l="l" r="r" t="t"/>
            <a:pathLst>
              <a:path extrusionOk="0" h="6077668" w="15781414">
                <a:moveTo>
                  <a:pt x="0" y="0"/>
                </a:moveTo>
                <a:lnTo>
                  <a:pt x="15781414" y="0"/>
                </a:lnTo>
                <a:lnTo>
                  <a:pt x="15781414" y="6077667"/>
                </a:lnTo>
                <a:lnTo>
                  <a:pt x="0" y="60776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202" l="0" r="0" t="-42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-96743" y="1399769"/>
            <a:ext cx="18288000" cy="7913716"/>
          </a:xfrm>
          <a:custGeom>
            <a:rect b="b" l="l" r="r" t="t"/>
            <a:pathLst>
              <a:path extrusionOk="0" h="7913716" w="18288000">
                <a:moveTo>
                  <a:pt x="0" y="0"/>
                </a:moveTo>
                <a:lnTo>
                  <a:pt x="18288000" y="0"/>
                </a:lnTo>
                <a:lnTo>
                  <a:pt x="18288000" y="7913717"/>
                </a:lnTo>
                <a:lnTo>
                  <a:pt x="0" y="7913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5"/>
          <p:cNvGrpSpPr/>
          <p:nvPr/>
        </p:nvGrpSpPr>
        <p:grpSpPr>
          <a:xfrm>
            <a:off x="3556080" y="-322519"/>
            <a:ext cx="11553805" cy="2318871"/>
            <a:chOff x="0" y="-1225470"/>
            <a:chExt cx="15405073" cy="3091829"/>
          </a:xfrm>
        </p:grpSpPr>
        <p:grpSp>
          <p:nvGrpSpPr>
            <p:cNvPr id="144" name="Google Shape;144;p5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5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LINUX PACKAGES</a:t>
              </a:r>
              <a:endParaRPr/>
            </a:p>
          </p:txBody>
        </p:sp>
      </p:grpSp>
      <p:sp>
        <p:nvSpPr>
          <p:cNvPr id="148" name="Google Shape;148;p5"/>
          <p:cNvSpPr/>
          <p:nvPr/>
        </p:nvSpPr>
        <p:spPr>
          <a:xfrm>
            <a:off x="1534716" y="3108989"/>
            <a:ext cx="14582315" cy="5778242"/>
          </a:xfrm>
          <a:custGeom>
            <a:rect b="b" l="l" r="r" t="t"/>
            <a:pathLst>
              <a:path extrusionOk="0" h="5778242" w="14582315">
                <a:moveTo>
                  <a:pt x="0" y="0"/>
                </a:moveTo>
                <a:lnTo>
                  <a:pt x="14582316" y="0"/>
                </a:lnTo>
                <a:lnTo>
                  <a:pt x="14582316" y="5778242"/>
                </a:lnTo>
                <a:lnTo>
                  <a:pt x="0" y="5778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534716" y="2014127"/>
            <a:ext cx="15686483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 Managers: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Package management is a </a:t>
            </a:r>
            <a:r>
              <a:rPr b="1"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 of installing, updating, removing, and keeping track of software updates from specific repositories (repos) in the Linux system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-96743" y="1399769"/>
            <a:ext cx="18288000" cy="7913716"/>
          </a:xfrm>
          <a:custGeom>
            <a:rect b="b" l="l" r="r" t="t"/>
            <a:pathLst>
              <a:path extrusionOk="0" h="7913716" w="18288000">
                <a:moveTo>
                  <a:pt x="0" y="0"/>
                </a:moveTo>
                <a:lnTo>
                  <a:pt x="18288000" y="0"/>
                </a:lnTo>
                <a:lnTo>
                  <a:pt x="18288000" y="7913717"/>
                </a:lnTo>
                <a:lnTo>
                  <a:pt x="0" y="7913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p6"/>
          <p:cNvGrpSpPr/>
          <p:nvPr/>
        </p:nvGrpSpPr>
        <p:grpSpPr>
          <a:xfrm>
            <a:off x="3556080" y="-322519"/>
            <a:ext cx="11553805" cy="2318871"/>
            <a:chOff x="0" y="-1225470"/>
            <a:chExt cx="15405073" cy="3091829"/>
          </a:xfrm>
        </p:grpSpPr>
        <p:grpSp>
          <p:nvGrpSpPr>
            <p:cNvPr id="157" name="Google Shape;157;p6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158" name="Google Shape;158;p6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6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0" name="Google Shape;160;p6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LINUX PACKAGES</a:t>
              </a:r>
              <a:endParaRPr/>
            </a:p>
          </p:txBody>
        </p:sp>
      </p:grpSp>
      <p:sp>
        <p:nvSpPr>
          <p:cNvPr id="161" name="Google Shape;161;p6"/>
          <p:cNvSpPr/>
          <p:nvPr/>
        </p:nvSpPr>
        <p:spPr>
          <a:xfrm>
            <a:off x="1978698" y="2319414"/>
            <a:ext cx="14519939" cy="6074427"/>
          </a:xfrm>
          <a:custGeom>
            <a:rect b="b" l="l" r="r" t="t"/>
            <a:pathLst>
              <a:path extrusionOk="0" h="6074427" w="14519939">
                <a:moveTo>
                  <a:pt x="0" y="0"/>
                </a:moveTo>
                <a:lnTo>
                  <a:pt x="14519939" y="0"/>
                </a:lnTo>
                <a:lnTo>
                  <a:pt x="14519939" y="6074427"/>
                </a:lnTo>
                <a:lnTo>
                  <a:pt x="0" y="60744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239" l="0" r="0" t="-1423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7D91E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/>
          <p:nvPr/>
        </p:nvSpPr>
        <p:spPr>
          <a:xfrm>
            <a:off x="-3326948" y="-7100703"/>
            <a:ext cx="24941896" cy="24488407"/>
          </a:xfrm>
          <a:custGeom>
            <a:rect b="b" l="l" r="r" t="t"/>
            <a:pathLst>
              <a:path extrusionOk="0" h="24488407" w="24941896">
                <a:moveTo>
                  <a:pt x="0" y="0"/>
                </a:moveTo>
                <a:lnTo>
                  <a:pt x="24941896" y="0"/>
                </a:lnTo>
                <a:lnTo>
                  <a:pt x="24941896" y="24488406"/>
                </a:lnTo>
                <a:lnTo>
                  <a:pt x="0" y="244884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-96743" y="1399769"/>
            <a:ext cx="18288000" cy="7913716"/>
          </a:xfrm>
          <a:custGeom>
            <a:rect b="b" l="l" r="r" t="t"/>
            <a:pathLst>
              <a:path extrusionOk="0" h="7913716" w="18288000">
                <a:moveTo>
                  <a:pt x="0" y="0"/>
                </a:moveTo>
                <a:lnTo>
                  <a:pt x="18288000" y="0"/>
                </a:lnTo>
                <a:lnTo>
                  <a:pt x="18288000" y="7913717"/>
                </a:lnTo>
                <a:lnTo>
                  <a:pt x="0" y="79137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7"/>
          <p:cNvGrpSpPr/>
          <p:nvPr/>
        </p:nvGrpSpPr>
        <p:grpSpPr>
          <a:xfrm>
            <a:off x="3556080" y="-322519"/>
            <a:ext cx="11553805" cy="2318871"/>
            <a:chOff x="0" y="-1225470"/>
            <a:chExt cx="15405073" cy="3091829"/>
          </a:xfrm>
        </p:grpSpPr>
        <p:grpSp>
          <p:nvGrpSpPr>
            <p:cNvPr id="169" name="Google Shape;169;p7"/>
            <p:cNvGrpSpPr/>
            <p:nvPr/>
          </p:nvGrpSpPr>
          <p:grpSpPr>
            <a:xfrm>
              <a:off x="0" y="-1225470"/>
              <a:ext cx="15405073" cy="3091829"/>
              <a:chOff x="0" y="-57150"/>
              <a:chExt cx="718416" cy="144188"/>
            </a:xfrm>
          </p:grpSpPr>
          <p:sp>
            <p:nvSpPr>
              <p:cNvPr id="170" name="Google Shape;170;p7"/>
              <p:cNvSpPr/>
              <p:nvPr/>
            </p:nvSpPr>
            <p:spPr>
              <a:xfrm>
                <a:off x="0" y="0"/>
                <a:ext cx="718416" cy="87038"/>
              </a:xfrm>
              <a:custGeom>
                <a:rect b="b" l="l" r="r" t="t"/>
                <a:pathLst>
                  <a:path extrusionOk="0" h="87038" w="718416">
                    <a:moveTo>
                      <a:pt x="43519" y="0"/>
                    </a:moveTo>
                    <a:lnTo>
                      <a:pt x="674897" y="0"/>
                    </a:lnTo>
                    <a:cubicBezTo>
                      <a:pt x="698932" y="0"/>
                      <a:pt x="718416" y="19484"/>
                      <a:pt x="718416" y="43519"/>
                    </a:cubicBezTo>
                    <a:lnTo>
                      <a:pt x="718416" y="43519"/>
                    </a:lnTo>
                    <a:cubicBezTo>
                      <a:pt x="718416" y="55061"/>
                      <a:pt x="713831" y="66130"/>
                      <a:pt x="705669" y="74291"/>
                    </a:cubicBezTo>
                    <a:cubicBezTo>
                      <a:pt x="697508" y="82453"/>
                      <a:pt x="686439" y="87038"/>
                      <a:pt x="674897" y="87038"/>
                    </a:cubicBezTo>
                    <a:lnTo>
                      <a:pt x="43519" y="87038"/>
                    </a:lnTo>
                    <a:cubicBezTo>
                      <a:pt x="31977" y="87038"/>
                      <a:pt x="20908" y="82453"/>
                      <a:pt x="12746" y="74291"/>
                    </a:cubicBezTo>
                    <a:cubicBezTo>
                      <a:pt x="4585" y="66130"/>
                      <a:pt x="0" y="55061"/>
                      <a:pt x="0" y="43519"/>
                    </a:cubicBezTo>
                    <a:lnTo>
                      <a:pt x="0" y="43519"/>
                    </a:lnTo>
                    <a:cubicBezTo>
                      <a:pt x="0" y="31977"/>
                      <a:pt x="4585" y="20908"/>
                      <a:pt x="12746" y="12746"/>
                    </a:cubicBezTo>
                    <a:cubicBezTo>
                      <a:pt x="20908" y="4585"/>
                      <a:pt x="31977" y="0"/>
                      <a:pt x="43519" y="0"/>
                    </a:cubicBezTo>
                    <a:close/>
                  </a:path>
                </a:pathLst>
              </a:custGeom>
              <a:solidFill>
                <a:srgbClr val="F95C32"/>
              </a:solidFill>
              <a:ln cap="rnd" cmpd="sng" w="1143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 txBox="1"/>
              <p:nvPr/>
            </p:nvSpPr>
            <p:spPr>
              <a:xfrm>
                <a:off x="0" y="-57150"/>
                <a:ext cx="718416" cy="1441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94444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2" name="Google Shape;172;p7"/>
            <p:cNvSpPr txBox="1"/>
            <p:nvPr/>
          </p:nvSpPr>
          <p:spPr>
            <a:xfrm>
              <a:off x="1458144" y="214382"/>
              <a:ext cx="12488785" cy="14280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9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981">
                  <a:solidFill>
                    <a:srgbClr val="000000"/>
                  </a:solidFill>
                  <a:latin typeface="Chewy"/>
                  <a:ea typeface="Chewy"/>
                  <a:cs typeface="Chewy"/>
                  <a:sym typeface="Chewy"/>
                </a:rPr>
                <a:t>APT AND YUM</a:t>
              </a:r>
              <a:endParaRPr/>
            </a:p>
          </p:txBody>
        </p:sp>
      </p:grpSp>
      <p:sp>
        <p:nvSpPr>
          <p:cNvPr id="173" name="Google Shape;173;p7"/>
          <p:cNvSpPr/>
          <p:nvPr/>
        </p:nvSpPr>
        <p:spPr>
          <a:xfrm>
            <a:off x="4036588" y="2220797"/>
            <a:ext cx="9259763" cy="2335729"/>
          </a:xfrm>
          <a:custGeom>
            <a:rect b="b" l="l" r="r" t="t"/>
            <a:pathLst>
              <a:path extrusionOk="0" h="2335729" w="9259763">
                <a:moveTo>
                  <a:pt x="0" y="0"/>
                </a:moveTo>
                <a:lnTo>
                  <a:pt x="9259763" y="0"/>
                </a:lnTo>
                <a:lnTo>
                  <a:pt x="9259763" y="2335729"/>
                </a:lnTo>
                <a:lnTo>
                  <a:pt x="0" y="23357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182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3186618" y="5650099"/>
            <a:ext cx="10959703" cy="2333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32643" lvl="1" marL="665285" marR="0" rtl="0" algn="just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1"/>
              <a:buFont typeface="Arial"/>
              <a:buChar char="•"/>
            </a:pPr>
            <a:r>
              <a:rPr b="0" i="0" lang="en-US" sz="308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HANDLES DEPENDENCIES AUTOMATICALLY</a:t>
            </a:r>
            <a:endParaRPr/>
          </a:p>
          <a:p>
            <a:pPr indent="-332643" lvl="1" marL="665285" marR="0" rtl="0" algn="just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1"/>
              <a:buFont typeface="Arial"/>
              <a:buChar char="•"/>
            </a:pPr>
            <a:r>
              <a:rPr b="0" i="0" lang="en-US" sz="308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EASIER TO SEARCH, INSTALL, UPGRADE</a:t>
            </a:r>
            <a:endParaRPr/>
          </a:p>
          <a:p>
            <a:pPr indent="-332643" lvl="1" marL="665285" marR="0" rtl="0" algn="just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1"/>
              <a:buFont typeface="Arial"/>
              <a:buChar char="•"/>
            </a:pPr>
            <a:r>
              <a:rPr b="0" i="0" lang="en-US" sz="308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SAFER: PACKAGE FROM VERIFIED REPOSITORIES</a:t>
            </a:r>
            <a:endParaRPr/>
          </a:p>
          <a:p>
            <a:pPr indent="-332643" lvl="1" marL="665285" marR="0" rtl="0" algn="just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1"/>
              <a:buFont typeface="Arial"/>
              <a:buChar char="•"/>
            </a:pPr>
            <a:r>
              <a:rPr b="0" i="0" lang="en-US" sz="308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MAINTAINS A LOCAL CACHE OF METADATA</a:t>
            </a:r>
            <a:endParaRPr/>
          </a:p>
          <a:p>
            <a:pPr indent="-332643" lvl="1" marL="665285" marR="0" rtl="0" algn="just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1"/>
              <a:buFont typeface="Arial"/>
              <a:buChar char="•"/>
            </a:pPr>
            <a:r>
              <a:rPr b="0" i="0" lang="en-US" sz="3081" u="none" cap="none" strike="noStrik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SUPPORTS INTERACTIVE OR AUTOMATED INSTALLS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Bharath Donthireddy</dc:creator>
</cp:coreProperties>
</file>